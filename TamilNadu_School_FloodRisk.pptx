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43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C7293"/>
                </a:solidFill>
              </a:rPr>
              <a:t>UNICEF GIGA INITIATIVE — SCHOOL CLIMATE RISK PILOT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Tamil Nadu School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Flood Risk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</a:rPr>
              <a:t>Satellite-based hazard assessment using Sentinel-1 SAR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0"/>
                </a:solidFill>
              </a:rPr>
              <a:t>and Google Earth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2286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Google Earth Engine  ·  Sentinel-1 SAR  ·  Python  ·  Folium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2194560" cy="100584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2084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720840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Schools analysed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331720"/>
            <a:ext cx="2194560" cy="100584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2404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2023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72084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NE Monsoon season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566160"/>
            <a:ext cx="2194560" cy="100584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4160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Risk tiers assigned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C3B"/>
          </a:solidFill>
          <a:ln w="12700">
            <a:solidFill>
              <a:srgbClr val="021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21C3B"/>
                </a:solidFill>
              </a:rPr>
              <a:t>Which schools are at risk —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21C3B"/>
                </a:solidFill>
              </a:rPr>
              <a:t>and does flooding cut their connectivity?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0"/>
            <a:ext cx="2651760" cy="24688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C3B"/>
                </a:solidFill>
              </a:rPr>
              <a:t>Annual flooding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Tamil Nadu's northeast monsoon (Oct–Dec) causes recurring coastal floods affecting thousands of schools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2286000"/>
            <a:ext cx="2651760" cy="24688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0128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10128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C3B"/>
                </a:solidFill>
              </a:rPr>
              <a:t>Connectivity at risk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3337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Schools with no internet connectivity are doubly vulnerable — physical damage AND loss of digital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2286000"/>
            <a:ext cx="2651760" cy="24688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63056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6305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C3B"/>
                </a:solidFill>
              </a:rPr>
              <a:t>No systematic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3056" y="3337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 existing dataset links school locations, flood exposure, and connectivity status in one place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This analysis integrates Sentinel-1 satellite data with school location and connectivity records to answer these questions at school level.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C3B"/>
          </a:solidFill>
          <a:ln w="12700">
            <a:solidFill>
              <a:srgbClr val="021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1C3B"/>
                </a:solidFill>
              </a:rPr>
              <a:t>Three-step pipeline — from satellite to risk score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517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Satellite data 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Sentinel-1 SAR imagery — Oct to Dec 2023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Google Earth Engine processing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VV backscatter band (penetrates cloud cover)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Flood pixels: VV &lt; -15 dB threshold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417320"/>
            <a:ext cx="26517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417320"/>
            <a:ext cx="26517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13048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School exposure extraction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0574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15 Tamil Nadu school locations loaded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1km buffer applied around each school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Flood pixel % extracted per buffer zone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Mean VV backscatter value per school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417320"/>
            <a:ext cx="26517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1417320"/>
            <a:ext cx="2651760" cy="50292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17336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65976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scoring &amp; 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20574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HIGH risk: flood exposure ≥ 30%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MEDIUM risk: flood exposure 10–30%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LOW risk: flood exposure &lt; 10%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Connectivity status overlaid on 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90088" y="292608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43016" y="292608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C3B"/>
          </a:solidFill>
          <a:ln w="12700">
            <a:solidFill>
              <a:srgbClr val="021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1C3B"/>
                </a:solidFill>
              </a:rPr>
              <a:t>School flood risk — Tamil Nadu northeast monsoon 2023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384048"/>
          </a:xfrm>
          <a:prstGeom prst="rect">
            <a:avLst/>
          </a:prstGeom>
          <a:solidFill>
            <a:srgbClr val="021C3B"/>
          </a:solidFill>
          <a:ln w="12700">
            <a:solidFill>
              <a:srgbClr val="021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081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School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0332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Connectivity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49240" y="14081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Flood exposure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8660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8503920" cy="384048"/>
          </a:xfrm>
          <a:prstGeom prst="rect">
            <a:avLst/>
          </a:prstGeom>
          <a:solidFill>
            <a:srgbClr val="FFF8F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School Puducherry Border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7830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</a:rPr>
              <a:t>Connected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1783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10.87%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828800"/>
            <a:ext cx="1371600" cy="23774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86600" y="1828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139696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1671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School Ramanathapuram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03320" y="21671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</a:rPr>
              <a:t>No connectivity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21671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1.59%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2212848"/>
            <a:ext cx="1371600" cy="23774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86600" y="2212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23744"/>
            <a:ext cx="8503920" cy="38404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551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Govt School Cuddalore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25511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</a:rPr>
              <a:t>No connectivity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25511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1.56%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2596896"/>
            <a:ext cx="1371600" cy="23774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86600" y="2596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2935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Panchayat School Nagapattinam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29352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6B20"/>
                </a:solidFill>
              </a:rPr>
              <a:t>No connectivity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29352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1.07%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2980944"/>
            <a:ext cx="1371600" cy="23774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86600" y="2980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291840"/>
            <a:ext cx="8503920" cy="38404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33192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Govt School Madurai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03320" y="3319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</a:rPr>
              <a:t>Connected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3192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0.95%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86600" y="3364992"/>
            <a:ext cx="1371600" cy="23774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86600" y="3364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675888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3703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Govt High School Chennai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03320" y="3703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</a:rPr>
              <a:t>Connected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49240" y="3703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0.00%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86600" y="3749040"/>
            <a:ext cx="1371600" cy="23774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86600" y="3749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059936"/>
            <a:ext cx="8503920" cy="384048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40873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High School Coimbatore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03320" y="4087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</a:rPr>
              <a:t>Connected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49240" y="4087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1C3B"/>
                </a:solidFill>
              </a:rPr>
              <a:t>0.00%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86600" y="4133088"/>
            <a:ext cx="1371600" cy="23774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86600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720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1C3B"/>
                </a:solidFill>
              </a:rPr>
              <a:t>⚠  Coastal schools (Cuddalore, Nagapattinam, Ramanathapuram) combine flood exposure WITH no connectivity — highest priority for resilience planning.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1C3B"/>
                </a:solidFill>
              </a:rPr>
              <a:t>RECOMMENDATIONS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Recommendations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4747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C3B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258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Prioritise Cuddalore, Nagapattinam, and Ramanathapuram schools for connectivity resilience investment — flood-exposed AND unconnected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4747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C3B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Establish real-time monitoring for coastal schools using Sentinel-1 during northeast monsoon season (Oct–Dec)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347472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1C3B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35204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Integrate this risk layer with UNICEF country office disaster preparedness planning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eb58d0f-f804-411f-a20e-09ebfae62b4c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393</Words>
  <Application>Microsoft Office PowerPoint</Application>
  <PresentationFormat>On-screen Show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Tamil Nadu School Flood Risk Analysis</dc:title>
  <dc:subject>PptxGenJS Presentation</dc:subject>
  <dc:creator>PptxGenJS</dc:creator>
  <cp:lastModifiedBy>Hariharan Ayyanar</cp:lastModifiedBy>
  <cp:revision>2</cp:revision>
  <dcterms:created xsi:type="dcterms:W3CDTF">2026-03-18T12:11:00Z</dcterms:created>
  <dcterms:modified xsi:type="dcterms:W3CDTF">2026-03-18T12:37:36Z</dcterms:modified>
</cp:coreProperties>
</file>